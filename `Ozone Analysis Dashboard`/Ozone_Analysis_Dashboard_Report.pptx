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Ozone Analysis Dashboard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Data Visualization &amp; Atmospheric Trend Analysis</a:t>
            </a:r>
          </a:p>
          <a:p>
            <a:r>
              <a:t>By Ankita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Ozone protects Earth from harmful UV radiation.</a:t>
            </a:r>
          </a:p>
          <a:p>
            <a:pPr lvl="1"/>
            <a:r>
              <a:t>Monitoring ozone trends is essential for environmental research.</a:t>
            </a:r>
          </a:p>
          <a:p>
            <a:pPr lvl="1"/>
            <a:r>
              <a:t>The goal is to analyze ozone trends across time, pressure, and location.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 long-term ozone trends.</a:t>
            </a:r>
          </a:p>
          <a:p>
            <a:pPr lvl="1"/>
            <a:r>
              <a:t>Compare ozone levels across monitoring sites.</a:t>
            </a:r>
          </a:p>
          <a:p>
            <a:pPr lvl="1"/>
            <a:r>
              <a:t>Study ozone concentration by atmospheric pressure.</a:t>
            </a:r>
          </a:p>
          <a:p>
            <a:pPr lvl="1"/>
            <a:r>
              <a:t>Visualize spatial distribution using maps.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Ozone Trend Over Time (Line Chart)</a:t>
            </a:r>
          </a:p>
          <a:p>
            <a:pPr lvl="1"/>
            <a:r>
              <a:t>Site Comparison (Bar Chart)</a:t>
            </a:r>
          </a:p>
          <a:p>
            <a:pPr lvl="1"/>
            <a:r>
              <a:t>Ozone by Pressure (Line Chart)</a:t>
            </a:r>
          </a:p>
          <a:p>
            <a:pPr lvl="1"/>
            <a:r>
              <a:t>Site Map (Geographical Visualization)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Ozone Trend Over Time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Shows ozone fluctuations from 1994–2022.</a:t>
            </a:r>
          </a:p>
          <a:p>
            <a:pPr lvl="1"/>
            <a:r>
              <a:t>Moderate variation observed over the years.</a:t>
            </a:r>
          </a:p>
          <a:p>
            <a:pPr lvl="1"/>
            <a:r>
              <a:t>Indicates relatively stable ozone concentration.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Site Comparison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21 monitoring sites analyzed.</a:t>
            </a:r>
          </a:p>
          <a:p>
            <a:pPr lvl="1"/>
            <a:r>
              <a:t>Some sites report consistently higher ozone levels.</a:t>
            </a:r>
          </a:p>
          <a:p>
            <a:pPr lvl="1"/>
            <a:r>
              <a:t>Highlights regional variation in ozone concentration.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Ozone by Atmospheric Pressure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Inverse relationship observed between pressure and ozone.</a:t>
            </a:r>
          </a:p>
          <a:p>
            <a:pPr lvl="1"/>
            <a:r>
              <a:t>Ozone concentration increases at higher altitudes.</a:t>
            </a:r>
          </a:p>
          <a:p>
            <a:pPr lvl="1"/>
            <a:r>
              <a:t>Supports stratospheric ozone concentration theory.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Geographic Site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Map visualization of monitoring sites.</a:t>
            </a:r>
          </a:p>
          <a:p>
            <a:pPr lvl="1"/>
            <a:r>
              <a:t>Clusters visible in North America.</a:t>
            </a:r>
          </a:p>
          <a:p>
            <a:pPr lvl="1"/>
            <a:r>
              <a:t>Helps understand regional ozone behavior.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Ozone levels show stable long-term behavior.</a:t>
            </a:r>
          </a:p>
          <a:p>
            <a:pPr lvl="1"/>
            <a:r>
              <a:t>Pressure significantly impacts ozone concentration.</a:t>
            </a:r>
          </a:p>
          <a:p>
            <a:pPr lvl="1"/>
            <a:r>
              <a:t>Geographic location influences readings.</a:t>
            </a:r>
          </a:p>
          <a:p>
            <a:pPr lvl="1"/>
            <a:r>
              <a:t>Dashboard enables clear analytical storytelling.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&amp; Skills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Tableau Public</a:t>
            </a:r>
          </a:p>
          <a:p>
            <a:pPr lvl="1"/>
            <a:r>
              <a:t>Data Cleaning &amp; Transformation</a:t>
            </a:r>
          </a:p>
          <a:p>
            <a:pPr lvl="1"/>
            <a:r>
              <a:t>Data Visualization</a:t>
            </a:r>
          </a:p>
          <a:p>
            <a:pPr lvl="1"/>
            <a:r>
              <a:t>Analytical Thinking &amp; Storytelling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Dashboard effectively visualizes ozone trends.</a:t>
            </a:r>
          </a:p>
          <a:p>
            <a:pPr lvl="1"/>
            <a:r>
              <a:t>Supports environmental monitoring and analysis.</a:t>
            </a:r>
          </a:p>
          <a:p>
            <a:pPr lvl="1"/>
            <a:r>
              <a:t>Can be enhanced with forecasting &amp; interactive filters.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